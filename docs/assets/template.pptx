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Calibri" panose="020F0502020204030204" pitchFamily="34" charset="0"/>
      <p:regular r:id="rId10"/>
      <p:bold r:id="rId11"/>
      <p:italic r:id="rId12"/>
      <p:boldItalic r:id="rId13"/>
    </p:embeddedFont>
    <p:embeddedFont>
      <p:font typeface="Century Gothic" panose="020B0502020202020204" pitchFamily="3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8" roundtripDataSignature="AMtx7mib83F4WwPSPb91M4Ej8yKJP2mM/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4"/>
  </p:normalViewPr>
  <p:slideViewPr>
    <p:cSldViewPr snapToGrid="0" showGuides="1">
      <p:cViewPr varScale="1">
        <p:scale>
          <a:sx n="119" d="100"/>
          <a:sy n="119" d="100"/>
        </p:scale>
        <p:origin x="760" y="19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6" name="Google Shape;10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1" name="Google Shape;12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3.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image" Target="../media/image4.png"/><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Master" Target="../slideMasters/slideMaster1.xml"/><Relationship Id="rId6" Type="http://schemas.openxmlformats.org/officeDocument/2006/relationships/image" Target="../media/image7.png"/><Relationship Id="rId11" Type="http://schemas.openxmlformats.org/officeDocument/2006/relationships/image" Target="../media/image12.png"/><Relationship Id="rId24" Type="http://schemas.openxmlformats.org/officeDocument/2006/relationships/image" Target="../media/image25.svg"/><Relationship Id="rId5" Type="http://schemas.openxmlformats.org/officeDocument/2006/relationships/image" Target="../media/image6.png"/><Relationship Id="rId15" Type="http://schemas.openxmlformats.org/officeDocument/2006/relationships/image" Target="../media/image16.png"/><Relationship Id="rId23" Type="http://schemas.openxmlformats.org/officeDocument/2006/relationships/image" Target="../media/image24.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jpg"/><Relationship Id="rId1" Type="http://schemas.openxmlformats.org/officeDocument/2006/relationships/slideMaster" Target="../slideMasters/slideMaster1.xml"/><Relationship Id="rId5" Type="http://schemas.openxmlformats.org/officeDocument/2006/relationships/image" Target="../media/image32.png"/><Relationship Id="rId4" Type="http://schemas.openxmlformats.org/officeDocument/2006/relationships/image" Target="../media/image3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Заглавен слайд">
  <p:cSld name="Заглавен слайд">
    <p:spTree>
      <p:nvGrpSpPr>
        <p:cNvPr id="1"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2" name="Google Shape;12;p9"/>
          <p:cNvSpPr txBox="1">
            <a:spLocks noGrp="1"/>
          </p:cNvSpPr>
          <p:nvPr>
            <p:ph type="ctrTitle"/>
          </p:nvPr>
        </p:nvSpPr>
        <p:spPr>
          <a:xfrm>
            <a:off x="454212" y="1742670"/>
            <a:ext cx="6678108" cy="17941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4400"/>
              <a:buFont typeface="Century Gothic"/>
              <a:buNone/>
              <a:defRPr sz="4400" b="1">
                <a:solidFill>
                  <a:srgbClr val="313F33"/>
                </a:solidFill>
                <a:latin typeface="Century Gothic"/>
                <a:ea typeface="Century Gothic"/>
                <a:cs typeface="Century Gothic"/>
                <a:sym typeface="Century Gothic"/>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9"/>
          <p:cNvSpPr txBox="1">
            <a:spLocks noGrp="1"/>
          </p:cNvSpPr>
          <p:nvPr>
            <p:ph type="subTitle" idx="1"/>
          </p:nvPr>
        </p:nvSpPr>
        <p:spPr>
          <a:xfrm>
            <a:off x="454212" y="3734021"/>
            <a:ext cx="6678108" cy="436843"/>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rgbClr val="3A3838"/>
              </a:buClr>
              <a:buSzPts val="2400"/>
              <a:buNone/>
              <a:defRPr sz="2400" b="0" i="0">
                <a:solidFill>
                  <a:srgbClr val="3A3838"/>
                </a:solidFill>
                <a:latin typeface="Century Gothic"/>
                <a:ea typeface="Century Gothic"/>
                <a:cs typeface="Century Gothic"/>
                <a:sym typeface="Century Gothic"/>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4" name="Google Shape;14;p9"/>
          <p:cNvPicPr preferRelativeResize="0"/>
          <p:nvPr/>
        </p:nvPicPr>
        <p:blipFill rotWithShape="1">
          <a:blip r:embed="rId3">
            <a:alphaModFix/>
          </a:blip>
          <a:srcRect/>
          <a:stretch/>
        </p:blipFill>
        <p:spPr>
          <a:xfrm>
            <a:off x="108318" y="155011"/>
            <a:ext cx="3947914" cy="1369148"/>
          </a:xfrm>
          <a:prstGeom prst="rect">
            <a:avLst/>
          </a:prstGeom>
          <a:noFill/>
          <a:ln>
            <a:noFill/>
          </a:ln>
        </p:spPr>
      </p:pic>
      <p:sp>
        <p:nvSpPr>
          <p:cNvPr id="15" name="Google Shape;15;p9"/>
          <p:cNvSpPr>
            <a:spLocks noGrp="1"/>
          </p:cNvSpPr>
          <p:nvPr>
            <p:ph type="pic" idx="2"/>
          </p:nvPr>
        </p:nvSpPr>
        <p:spPr>
          <a:xfrm>
            <a:off x="2547569" y="6062084"/>
            <a:ext cx="2112114" cy="640905"/>
          </a:xfrm>
          <a:prstGeom prst="rect">
            <a:avLst/>
          </a:prstGeom>
          <a:noFill/>
          <a:ln>
            <a:noFill/>
          </a:ln>
        </p:spPr>
      </p:sp>
      <p:pic>
        <p:nvPicPr>
          <p:cNvPr id="16" name="Google Shape;16;p9"/>
          <p:cNvPicPr preferRelativeResize="0"/>
          <p:nvPr/>
        </p:nvPicPr>
        <p:blipFill rotWithShape="1">
          <a:blip r:embed="rId4">
            <a:alphaModFix/>
          </a:blip>
          <a:srcRect/>
          <a:stretch/>
        </p:blipFill>
        <p:spPr>
          <a:xfrm>
            <a:off x="454212" y="6217095"/>
            <a:ext cx="1836638" cy="38531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Заглавие и съдържание" type="obj">
  <p:cSld name="OBJECT">
    <p:spTree>
      <p:nvGrpSpPr>
        <p:cNvPr id="1" name="Shape 17"/>
        <p:cNvGrpSpPr/>
        <p:nvPr/>
      </p:nvGrpSpPr>
      <p:grpSpPr>
        <a:xfrm>
          <a:off x="0" y="0"/>
          <a:ext cx="0" cy="0"/>
          <a:chOff x="0" y="0"/>
          <a:chExt cx="0" cy="0"/>
        </a:xfrm>
      </p:grpSpPr>
      <p:sp>
        <p:nvSpPr>
          <p:cNvPr id="18" name="Google Shape;18;p10"/>
          <p:cNvSpPr txBox="1">
            <a:spLocks noGrp="1"/>
          </p:cNvSpPr>
          <p:nvPr>
            <p:ph type="title"/>
          </p:nvPr>
        </p:nvSpPr>
        <p:spPr>
          <a:xfrm>
            <a:off x="533647" y="488293"/>
            <a:ext cx="10990193" cy="711200"/>
          </a:xfrm>
          <a:prstGeom prst="rect">
            <a:avLst/>
          </a:prstGeom>
          <a:noFill/>
          <a:ln>
            <a:noFill/>
          </a:ln>
        </p:spPr>
        <p:txBody>
          <a:bodyPr spcFirstLastPara="1" wrap="square" lIns="0" tIns="0" rIns="36000" bIns="45700" anchor="t" anchorCtr="0">
            <a:normAutofit/>
          </a:bodyPr>
          <a:lstStyle>
            <a:lvl1pPr lvl="0" algn="l">
              <a:lnSpc>
                <a:spcPct val="90000"/>
              </a:lnSpc>
              <a:spcBef>
                <a:spcPts val="0"/>
              </a:spcBef>
              <a:spcAft>
                <a:spcPts val="0"/>
              </a:spcAft>
              <a:buClr>
                <a:srgbClr val="313F33"/>
              </a:buClr>
              <a:buSzPts val="3200"/>
              <a:buFont typeface="Century Gothic"/>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9" name="Google Shape;19;p10"/>
          <p:cNvSpPr txBox="1">
            <a:spLocks noGrp="1"/>
          </p:cNvSpPr>
          <p:nvPr>
            <p:ph type="body" idx="1"/>
          </p:nvPr>
        </p:nvSpPr>
        <p:spPr>
          <a:xfrm>
            <a:off x="521771" y="1317035"/>
            <a:ext cx="10990193"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0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804A647E-0A97-52DB-FD05-E7F3B42B5B82}"/>
              </a:ext>
            </a:extLst>
          </p:cNvPr>
          <p:cNvPicPr preferRelativeResize="0"/>
          <p:nvPr userDrawn="1"/>
        </p:nvPicPr>
        <p:blipFill rotWithShape="1">
          <a:blip r:embed="rId2">
            <a:alphaModFix/>
          </a:blip>
          <a:srcRect/>
          <a:stretch/>
        </p:blipFill>
        <p:spPr>
          <a:xfrm>
            <a:off x="10547100" y="6233087"/>
            <a:ext cx="1351689" cy="468883"/>
          </a:xfrm>
          <a:prstGeom prst="rect">
            <a:avLst/>
          </a:prstGeom>
          <a:noFill/>
          <a:ln>
            <a:noFill/>
          </a:ln>
        </p:spPr>
      </p:pic>
      <p:pic>
        <p:nvPicPr>
          <p:cNvPr id="3" name="Google Shape;46;p11">
            <a:extLst>
              <a:ext uri="{FF2B5EF4-FFF2-40B4-BE49-F238E27FC236}">
                <a16:creationId xmlns:a16="http://schemas.microsoft.com/office/drawing/2014/main" id="{1E4D5B92-8972-AC9E-BCA1-0D22AE2EA99B}"/>
              </a:ext>
            </a:extLst>
          </p:cNvPr>
          <p:cNvPicPr preferRelativeResize="0"/>
          <p:nvPr userDrawn="1"/>
        </p:nvPicPr>
        <p:blipFill rotWithShape="1">
          <a:blip r:embed="rId3">
            <a:alphaModFix/>
          </a:blip>
          <a:srcRect/>
          <a:stretch/>
        </p:blipFill>
        <p:spPr>
          <a:xfrm>
            <a:off x="293211" y="6306999"/>
            <a:ext cx="1530350" cy="32106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Заглавка разд.">
  <p:cSld name="Заглавка разд.">
    <p:spTree>
      <p:nvGrpSpPr>
        <p:cNvPr id="1" name="Shape 22"/>
        <p:cNvGrpSpPr/>
        <p:nvPr/>
      </p:nvGrpSpPr>
      <p:grpSpPr>
        <a:xfrm>
          <a:off x="0" y="0"/>
          <a:ext cx="0" cy="0"/>
          <a:chOff x="0" y="0"/>
          <a:chExt cx="0" cy="0"/>
        </a:xfrm>
      </p:grpSpPr>
      <p:sp>
        <p:nvSpPr>
          <p:cNvPr id="23" name="Google Shape;23;p11"/>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pic>
        <p:nvPicPr>
          <p:cNvPr id="24" name="Google Shape;24;p11"/>
          <p:cNvPicPr preferRelativeResize="0"/>
          <p:nvPr/>
        </p:nvPicPr>
        <p:blipFill rotWithShape="1">
          <a:blip r:embed="rId2">
            <a:alphaModFix/>
          </a:blip>
          <a:srcRect/>
          <a:stretch/>
        </p:blipFill>
        <p:spPr>
          <a:xfrm>
            <a:off x="10547100" y="6233087"/>
            <a:ext cx="1351689" cy="468883"/>
          </a:xfrm>
          <a:prstGeom prst="rect">
            <a:avLst/>
          </a:prstGeom>
          <a:noFill/>
          <a:ln>
            <a:noFill/>
          </a:ln>
        </p:spPr>
      </p:pic>
      <p:pic>
        <p:nvPicPr>
          <p:cNvPr id="46" name="Google Shape;46;p11"/>
          <p:cNvPicPr preferRelativeResize="0"/>
          <p:nvPr/>
        </p:nvPicPr>
        <p:blipFill rotWithShape="1">
          <a:blip r:embed="rId3">
            <a:alphaModFix/>
          </a:blip>
          <a:srcRect/>
          <a:stretch/>
        </p:blipFill>
        <p:spPr>
          <a:xfrm>
            <a:off x="293211" y="6306999"/>
            <a:ext cx="1530350" cy="321060"/>
          </a:xfrm>
          <a:prstGeom prst="rect">
            <a:avLst/>
          </a:prstGeom>
          <a:noFill/>
          <a:ln>
            <a:noFill/>
          </a:ln>
        </p:spPr>
      </p:pic>
      <p:pic>
        <p:nvPicPr>
          <p:cNvPr id="4" name="Google Shape;26;p11">
            <a:extLst>
              <a:ext uri="{FF2B5EF4-FFF2-40B4-BE49-F238E27FC236}">
                <a16:creationId xmlns:a16="http://schemas.microsoft.com/office/drawing/2014/main" id="{20EB6DBE-8710-0B05-6C7B-7EDD18736FD9}"/>
              </a:ext>
            </a:extLst>
          </p:cNvPr>
          <p:cNvPicPr preferRelativeResize="0"/>
          <p:nvPr userDrawn="1"/>
        </p:nvPicPr>
        <p:blipFill rotWithShape="1">
          <a:blip r:embed="rId4">
            <a:alphaModFix/>
          </a:blip>
          <a:srcRect/>
          <a:stretch/>
        </p:blipFill>
        <p:spPr>
          <a:xfrm>
            <a:off x="336408" y="1164621"/>
            <a:ext cx="2034256" cy="1437508"/>
          </a:xfrm>
          <a:prstGeom prst="rect">
            <a:avLst/>
          </a:prstGeom>
          <a:noFill/>
          <a:ln>
            <a:noFill/>
          </a:ln>
        </p:spPr>
      </p:pic>
      <p:pic>
        <p:nvPicPr>
          <p:cNvPr id="6" name="Google Shape;27;p11">
            <a:extLst>
              <a:ext uri="{FF2B5EF4-FFF2-40B4-BE49-F238E27FC236}">
                <a16:creationId xmlns:a16="http://schemas.microsoft.com/office/drawing/2014/main" id="{C51731A5-E9BE-2860-17E7-3D3A5305E66A}"/>
              </a:ext>
            </a:extLst>
          </p:cNvPr>
          <p:cNvPicPr preferRelativeResize="0"/>
          <p:nvPr userDrawn="1"/>
        </p:nvPicPr>
        <p:blipFill rotWithShape="1">
          <a:blip r:embed="rId5">
            <a:alphaModFix/>
          </a:blip>
          <a:srcRect/>
          <a:stretch/>
        </p:blipFill>
        <p:spPr>
          <a:xfrm>
            <a:off x="2591006" y="1554776"/>
            <a:ext cx="1552668" cy="648767"/>
          </a:xfrm>
          <a:prstGeom prst="rect">
            <a:avLst/>
          </a:prstGeom>
          <a:noFill/>
          <a:ln>
            <a:noFill/>
          </a:ln>
        </p:spPr>
      </p:pic>
      <p:pic>
        <p:nvPicPr>
          <p:cNvPr id="9" name="Google Shape;29;p11">
            <a:extLst>
              <a:ext uri="{FF2B5EF4-FFF2-40B4-BE49-F238E27FC236}">
                <a16:creationId xmlns:a16="http://schemas.microsoft.com/office/drawing/2014/main" id="{F08086F9-5DEE-A121-9213-98B1B78BD4FC}"/>
              </a:ext>
            </a:extLst>
          </p:cNvPr>
          <p:cNvPicPr preferRelativeResize="0"/>
          <p:nvPr userDrawn="1"/>
        </p:nvPicPr>
        <p:blipFill rotWithShape="1">
          <a:blip r:embed="rId6">
            <a:alphaModFix/>
          </a:blip>
          <a:srcRect/>
          <a:stretch/>
        </p:blipFill>
        <p:spPr>
          <a:xfrm>
            <a:off x="508009" y="2676514"/>
            <a:ext cx="2278958" cy="606327"/>
          </a:xfrm>
          <a:prstGeom prst="rect">
            <a:avLst/>
          </a:prstGeom>
          <a:noFill/>
          <a:ln>
            <a:noFill/>
          </a:ln>
        </p:spPr>
      </p:pic>
      <p:pic>
        <p:nvPicPr>
          <p:cNvPr id="10" name="Google Shape;30;p11">
            <a:extLst>
              <a:ext uri="{FF2B5EF4-FFF2-40B4-BE49-F238E27FC236}">
                <a16:creationId xmlns:a16="http://schemas.microsoft.com/office/drawing/2014/main" id="{ADD9A75E-4B3A-AEE4-786B-3FDE8244B0A3}"/>
              </a:ext>
            </a:extLst>
          </p:cNvPr>
          <p:cNvPicPr preferRelativeResize="0"/>
          <p:nvPr userDrawn="1"/>
        </p:nvPicPr>
        <p:blipFill rotWithShape="1">
          <a:blip r:embed="rId7">
            <a:alphaModFix/>
          </a:blip>
          <a:srcRect/>
          <a:stretch/>
        </p:blipFill>
        <p:spPr>
          <a:xfrm>
            <a:off x="2691959" y="1132524"/>
            <a:ext cx="2611190" cy="3694306"/>
          </a:xfrm>
          <a:prstGeom prst="rect">
            <a:avLst/>
          </a:prstGeom>
          <a:noFill/>
          <a:ln>
            <a:noFill/>
          </a:ln>
        </p:spPr>
      </p:pic>
      <p:pic>
        <p:nvPicPr>
          <p:cNvPr id="11" name="Google Shape;31;p11">
            <a:extLst>
              <a:ext uri="{FF2B5EF4-FFF2-40B4-BE49-F238E27FC236}">
                <a16:creationId xmlns:a16="http://schemas.microsoft.com/office/drawing/2014/main" id="{BE57E115-207C-57A0-F34F-34626C7F0548}"/>
              </a:ext>
            </a:extLst>
          </p:cNvPr>
          <p:cNvPicPr preferRelativeResize="0"/>
          <p:nvPr userDrawn="1"/>
        </p:nvPicPr>
        <p:blipFill rotWithShape="1">
          <a:blip r:embed="rId8">
            <a:alphaModFix/>
          </a:blip>
          <a:srcRect/>
          <a:stretch/>
        </p:blipFill>
        <p:spPr>
          <a:xfrm>
            <a:off x="2646536" y="5151035"/>
            <a:ext cx="1504307" cy="336785"/>
          </a:xfrm>
          <a:prstGeom prst="rect">
            <a:avLst/>
          </a:prstGeom>
          <a:noFill/>
          <a:ln>
            <a:noFill/>
          </a:ln>
        </p:spPr>
      </p:pic>
      <p:pic>
        <p:nvPicPr>
          <p:cNvPr id="12" name="Google Shape;32;p11">
            <a:extLst>
              <a:ext uri="{FF2B5EF4-FFF2-40B4-BE49-F238E27FC236}">
                <a16:creationId xmlns:a16="http://schemas.microsoft.com/office/drawing/2014/main" id="{EC0B635D-401C-1FFB-631C-65505D5C8FC9}"/>
              </a:ext>
            </a:extLst>
          </p:cNvPr>
          <p:cNvPicPr preferRelativeResize="0"/>
          <p:nvPr userDrawn="1"/>
        </p:nvPicPr>
        <p:blipFill rotWithShape="1">
          <a:blip r:embed="rId9">
            <a:alphaModFix/>
          </a:blip>
          <a:srcRect/>
          <a:stretch/>
        </p:blipFill>
        <p:spPr>
          <a:xfrm>
            <a:off x="8308477" y="2666545"/>
            <a:ext cx="1889840" cy="516557"/>
          </a:xfrm>
          <a:prstGeom prst="rect">
            <a:avLst/>
          </a:prstGeom>
          <a:noFill/>
          <a:ln>
            <a:noFill/>
          </a:ln>
        </p:spPr>
      </p:pic>
      <p:pic>
        <p:nvPicPr>
          <p:cNvPr id="13" name="Google Shape;33;p11">
            <a:extLst>
              <a:ext uri="{FF2B5EF4-FFF2-40B4-BE49-F238E27FC236}">
                <a16:creationId xmlns:a16="http://schemas.microsoft.com/office/drawing/2014/main" id="{66B90468-AB15-48BD-21E5-3BA255E248DA}"/>
              </a:ext>
            </a:extLst>
          </p:cNvPr>
          <p:cNvPicPr preferRelativeResize="0"/>
          <p:nvPr userDrawn="1"/>
        </p:nvPicPr>
        <p:blipFill rotWithShape="1">
          <a:blip r:embed="rId10">
            <a:alphaModFix/>
          </a:blip>
          <a:srcRect/>
          <a:stretch/>
        </p:blipFill>
        <p:spPr>
          <a:xfrm>
            <a:off x="6786710" y="4966430"/>
            <a:ext cx="765268" cy="765268"/>
          </a:xfrm>
          <a:prstGeom prst="rect">
            <a:avLst/>
          </a:prstGeom>
          <a:noFill/>
          <a:ln>
            <a:noFill/>
          </a:ln>
        </p:spPr>
      </p:pic>
      <p:pic>
        <p:nvPicPr>
          <p:cNvPr id="14" name="Google Shape;34;p11">
            <a:extLst>
              <a:ext uri="{FF2B5EF4-FFF2-40B4-BE49-F238E27FC236}">
                <a16:creationId xmlns:a16="http://schemas.microsoft.com/office/drawing/2014/main" id="{312C3861-508B-91A1-F354-203BAC1509BE}"/>
              </a:ext>
            </a:extLst>
          </p:cNvPr>
          <p:cNvPicPr preferRelativeResize="0"/>
          <p:nvPr userDrawn="1"/>
        </p:nvPicPr>
        <p:blipFill rotWithShape="1">
          <a:blip r:embed="rId11">
            <a:alphaModFix/>
          </a:blip>
          <a:srcRect/>
          <a:stretch/>
        </p:blipFill>
        <p:spPr>
          <a:xfrm>
            <a:off x="10547100" y="1273123"/>
            <a:ext cx="1148665" cy="992406"/>
          </a:xfrm>
          <a:prstGeom prst="rect">
            <a:avLst/>
          </a:prstGeom>
          <a:noFill/>
          <a:ln>
            <a:noFill/>
          </a:ln>
        </p:spPr>
      </p:pic>
      <p:pic>
        <p:nvPicPr>
          <p:cNvPr id="15" name="Google Shape;35;p11">
            <a:extLst>
              <a:ext uri="{FF2B5EF4-FFF2-40B4-BE49-F238E27FC236}">
                <a16:creationId xmlns:a16="http://schemas.microsoft.com/office/drawing/2014/main" id="{EECCD2A4-91F8-EA5E-CD58-75FB30D407D1}"/>
              </a:ext>
            </a:extLst>
          </p:cNvPr>
          <p:cNvPicPr preferRelativeResize="0"/>
          <p:nvPr userDrawn="1"/>
        </p:nvPicPr>
        <p:blipFill rotWithShape="1">
          <a:blip r:embed="rId12">
            <a:alphaModFix/>
          </a:blip>
          <a:srcRect/>
          <a:stretch/>
        </p:blipFill>
        <p:spPr>
          <a:xfrm>
            <a:off x="4221203" y="1311057"/>
            <a:ext cx="1479516" cy="1109160"/>
          </a:xfrm>
          <a:prstGeom prst="rect">
            <a:avLst/>
          </a:prstGeom>
          <a:noFill/>
          <a:ln>
            <a:noFill/>
          </a:ln>
        </p:spPr>
      </p:pic>
      <p:pic>
        <p:nvPicPr>
          <p:cNvPr id="16" name="Google Shape;36;p11">
            <a:extLst>
              <a:ext uri="{FF2B5EF4-FFF2-40B4-BE49-F238E27FC236}">
                <a16:creationId xmlns:a16="http://schemas.microsoft.com/office/drawing/2014/main" id="{F573584A-9068-77D1-872C-0BFDEE18C0B3}"/>
              </a:ext>
            </a:extLst>
          </p:cNvPr>
          <p:cNvPicPr preferRelativeResize="0"/>
          <p:nvPr userDrawn="1"/>
        </p:nvPicPr>
        <p:blipFill rotWithShape="1">
          <a:blip r:embed="rId13">
            <a:alphaModFix/>
          </a:blip>
          <a:srcRect/>
          <a:stretch/>
        </p:blipFill>
        <p:spPr>
          <a:xfrm>
            <a:off x="6057380" y="1577401"/>
            <a:ext cx="1551309" cy="577938"/>
          </a:xfrm>
          <a:prstGeom prst="rect">
            <a:avLst/>
          </a:prstGeom>
          <a:noFill/>
          <a:ln>
            <a:noFill/>
          </a:ln>
        </p:spPr>
      </p:pic>
      <p:pic>
        <p:nvPicPr>
          <p:cNvPr id="17" name="Google Shape;37;p11">
            <a:extLst>
              <a:ext uri="{FF2B5EF4-FFF2-40B4-BE49-F238E27FC236}">
                <a16:creationId xmlns:a16="http://schemas.microsoft.com/office/drawing/2014/main" id="{F09B1682-A8C6-10FB-4A13-F6C316E6230A}"/>
              </a:ext>
            </a:extLst>
          </p:cNvPr>
          <p:cNvPicPr preferRelativeResize="0"/>
          <p:nvPr userDrawn="1"/>
        </p:nvPicPr>
        <p:blipFill rotWithShape="1">
          <a:blip r:embed="rId14">
            <a:alphaModFix/>
          </a:blip>
          <a:srcRect/>
          <a:stretch/>
        </p:blipFill>
        <p:spPr>
          <a:xfrm>
            <a:off x="6844329" y="3842535"/>
            <a:ext cx="1725098" cy="586725"/>
          </a:xfrm>
          <a:prstGeom prst="rect">
            <a:avLst/>
          </a:prstGeom>
          <a:noFill/>
          <a:ln>
            <a:noFill/>
          </a:ln>
        </p:spPr>
      </p:pic>
      <p:pic>
        <p:nvPicPr>
          <p:cNvPr id="18" name="Google Shape;38;p11">
            <a:extLst>
              <a:ext uri="{FF2B5EF4-FFF2-40B4-BE49-F238E27FC236}">
                <a16:creationId xmlns:a16="http://schemas.microsoft.com/office/drawing/2014/main" id="{F1386422-0DD6-D57E-D715-9221C9513758}"/>
              </a:ext>
            </a:extLst>
          </p:cNvPr>
          <p:cNvPicPr preferRelativeResize="0"/>
          <p:nvPr userDrawn="1"/>
        </p:nvPicPr>
        <p:blipFill rotWithShape="1">
          <a:blip r:embed="rId15">
            <a:alphaModFix/>
          </a:blip>
          <a:srcRect/>
          <a:stretch/>
        </p:blipFill>
        <p:spPr>
          <a:xfrm>
            <a:off x="704851" y="3862309"/>
            <a:ext cx="2982894" cy="595596"/>
          </a:xfrm>
          <a:prstGeom prst="rect">
            <a:avLst/>
          </a:prstGeom>
          <a:noFill/>
          <a:ln>
            <a:noFill/>
          </a:ln>
        </p:spPr>
      </p:pic>
      <p:pic>
        <p:nvPicPr>
          <p:cNvPr id="20" name="Google Shape;39;p11">
            <a:extLst>
              <a:ext uri="{FF2B5EF4-FFF2-40B4-BE49-F238E27FC236}">
                <a16:creationId xmlns:a16="http://schemas.microsoft.com/office/drawing/2014/main" id="{FB00768E-976B-6DF7-9C99-95749DF22756}"/>
              </a:ext>
            </a:extLst>
          </p:cNvPr>
          <p:cNvPicPr preferRelativeResize="0"/>
          <p:nvPr userDrawn="1"/>
        </p:nvPicPr>
        <p:blipFill rotWithShape="1">
          <a:blip r:embed="rId16">
            <a:alphaModFix/>
          </a:blip>
          <a:srcRect/>
          <a:stretch/>
        </p:blipFill>
        <p:spPr>
          <a:xfrm>
            <a:off x="5372762" y="2520141"/>
            <a:ext cx="2441819" cy="770760"/>
          </a:xfrm>
          <a:prstGeom prst="rect">
            <a:avLst/>
          </a:prstGeom>
          <a:noFill/>
          <a:ln>
            <a:noFill/>
          </a:ln>
        </p:spPr>
      </p:pic>
      <p:pic>
        <p:nvPicPr>
          <p:cNvPr id="22" name="Google Shape;40;p11">
            <a:extLst>
              <a:ext uri="{FF2B5EF4-FFF2-40B4-BE49-F238E27FC236}">
                <a16:creationId xmlns:a16="http://schemas.microsoft.com/office/drawing/2014/main" id="{358CFE44-C5F7-728C-0A40-1849541C4641}"/>
              </a:ext>
            </a:extLst>
          </p:cNvPr>
          <p:cNvPicPr preferRelativeResize="0"/>
          <p:nvPr userDrawn="1"/>
        </p:nvPicPr>
        <p:blipFill rotWithShape="1">
          <a:blip r:embed="rId17">
            <a:alphaModFix/>
          </a:blip>
          <a:srcRect/>
          <a:stretch/>
        </p:blipFill>
        <p:spPr>
          <a:xfrm>
            <a:off x="10732788" y="2543446"/>
            <a:ext cx="701567" cy="870213"/>
          </a:xfrm>
          <a:prstGeom prst="rect">
            <a:avLst/>
          </a:prstGeom>
          <a:noFill/>
          <a:ln>
            <a:noFill/>
          </a:ln>
        </p:spPr>
      </p:pic>
      <p:pic>
        <p:nvPicPr>
          <p:cNvPr id="25" name="Google Shape;41;p11">
            <a:extLst>
              <a:ext uri="{FF2B5EF4-FFF2-40B4-BE49-F238E27FC236}">
                <a16:creationId xmlns:a16="http://schemas.microsoft.com/office/drawing/2014/main" id="{4E893AE5-EB8C-8036-62FA-3743B1F4B778}"/>
              </a:ext>
            </a:extLst>
          </p:cNvPr>
          <p:cNvPicPr preferRelativeResize="0"/>
          <p:nvPr userDrawn="1"/>
        </p:nvPicPr>
        <p:blipFill rotWithShape="1">
          <a:blip r:embed="rId18">
            <a:alphaModFix/>
          </a:blip>
          <a:srcRect/>
          <a:stretch/>
        </p:blipFill>
        <p:spPr>
          <a:xfrm>
            <a:off x="403826" y="4261315"/>
            <a:ext cx="1963769" cy="1718299"/>
          </a:xfrm>
          <a:prstGeom prst="rect">
            <a:avLst/>
          </a:prstGeom>
          <a:noFill/>
          <a:ln>
            <a:noFill/>
          </a:ln>
        </p:spPr>
      </p:pic>
      <p:pic>
        <p:nvPicPr>
          <p:cNvPr id="29" name="Google Shape;42;p11">
            <a:extLst>
              <a:ext uri="{FF2B5EF4-FFF2-40B4-BE49-F238E27FC236}">
                <a16:creationId xmlns:a16="http://schemas.microsoft.com/office/drawing/2014/main" id="{BBC0153E-6CAE-8AC3-AE33-2E5261CE8203}"/>
              </a:ext>
            </a:extLst>
          </p:cNvPr>
          <p:cNvPicPr preferRelativeResize="0"/>
          <p:nvPr userDrawn="1"/>
        </p:nvPicPr>
        <p:blipFill rotWithShape="1">
          <a:blip r:embed="rId19">
            <a:alphaModFix/>
          </a:blip>
          <a:srcRect/>
          <a:stretch/>
        </p:blipFill>
        <p:spPr>
          <a:xfrm>
            <a:off x="4830947" y="4613178"/>
            <a:ext cx="1379790" cy="1471776"/>
          </a:xfrm>
          <a:prstGeom prst="rect">
            <a:avLst/>
          </a:prstGeom>
          <a:noFill/>
          <a:ln>
            <a:noFill/>
          </a:ln>
        </p:spPr>
      </p:pic>
      <p:pic>
        <p:nvPicPr>
          <p:cNvPr id="32" name="Google Shape;43;p11">
            <a:extLst>
              <a:ext uri="{FF2B5EF4-FFF2-40B4-BE49-F238E27FC236}">
                <a16:creationId xmlns:a16="http://schemas.microsoft.com/office/drawing/2014/main" id="{95C98835-AE13-F087-E1F5-B80E5D0B15B3}"/>
              </a:ext>
            </a:extLst>
          </p:cNvPr>
          <p:cNvPicPr preferRelativeResize="0"/>
          <p:nvPr userDrawn="1"/>
        </p:nvPicPr>
        <p:blipFill rotWithShape="1">
          <a:blip r:embed="rId20">
            <a:alphaModFix/>
          </a:blip>
          <a:srcRect/>
          <a:stretch/>
        </p:blipFill>
        <p:spPr>
          <a:xfrm>
            <a:off x="4502459" y="3513825"/>
            <a:ext cx="1880538" cy="1239306"/>
          </a:xfrm>
          <a:prstGeom prst="rect">
            <a:avLst/>
          </a:prstGeom>
          <a:noFill/>
          <a:ln>
            <a:noFill/>
          </a:ln>
        </p:spPr>
      </p:pic>
      <p:pic>
        <p:nvPicPr>
          <p:cNvPr id="33" name="Google Shape;44;p11">
            <a:extLst>
              <a:ext uri="{FF2B5EF4-FFF2-40B4-BE49-F238E27FC236}">
                <a16:creationId xmlns:a16="http://schemas.microsoft.com/office/drawing/2014/main" id="{0D89175D-7B73-9407-D5B5-505B18B57FEB}"/>
              </a:ext>
            </a:extLst>
          </p:cNvPr>
          <p:cNvPicPr preferRelativeResize="0"/>
          <p:nvPr userDrawn="1"/>
        </p:nvPicPr>
        <p:blipFill rotWithShape="1">
          <a:blip r:embed="rId21">
            <a:alphaModFix/>
          </a:blip>
          <a:srcRect/>
          <a:stretch/>
        </p:blipFill>
        <p:spPr>
          <a:xfrm>
            <a:off x="9634190" y="3885842"/>
            <a:ext cx="1825820" cy="511230"/>
          </a:xfrm>
          <a:prstGeom prst="rect">
            <a:avLst/>
          </a:prstGeom>
          <a:noFill/>
          <a:ln>
            <a:noFill/>
          </a:ln>
        </p:spPr>
      </p:pic>
      <p:pic>
        <p:nvPicPr>
          <p:cNvPr id="39" name="Google Shape;45;p11">
            <a:extLst>
              <a:ext uri="{FF2B5EF4-FFF2-40B4-BE49-F238E27FC236}">
                <a16:creationId xmlns:a16="http://schemas.microsoft.com/office/drawing/2014/main" id="{648AA77D-3213-916A-55F4-C3C697F914F8}"/>
              </a:ext>
            </a:extLst>
          </p:cNvPr>
          <p:cNvPicPr preferRelativeResize="0"/>
          <p:nvPr userDrawn="1"/>
        </p:nvPicPr>
        <p:blipFill rotWithShape="1">
          <a:blip r:embed="rId22">
            <a:alphaModFix/>
          </a:blip>
          <a:srcRect/>
          <a:stretch/>
        </p:blipFill>
        <p:spPr>
          <a:xfrm>
            <a:off x="8389778" y="4613178"/>
            <a:ext cx="1255418" cy="1255418"/>
          </a:xfrm>
          <a:prstGeom prst="rect">
            <a:avLst/>
          </a:prstGeom>
          <a:noFill/>
          <a:ln>
            <a:noFill/>
          </a:ln>
        </p:spPr>
      </p:pic>
      <p:pic>
        <p:nvPicPr>
          <p:cNvPr id="3" name="Graphic 2">
            <a:extLst>
              <a:ext uri="{FF2B5EF4-FFF2-40B4-BE49-F238E27FC236}">
                <a16:creationId xmlns:a16="http://schemas.microsoft.com/office/drawing/2014/main" id="{F4D0CCFC-07F9-49CF-6473-7B23C9E6024B}"/>
              </a:ext>
            </a:extLst>
          </p:cNvPr>
          <p:cNvPicPr>
            <a:picLocks noChangeAspect="1"/>
          </p:cNvPicPr>
          <p:nvPr userDrawn="1"/>
        </p:nvPicPr>
        <p:blipFill>
          <a:blip r:embed="rId23">
            <a:extLst>
              <a:ext uri="{96DAC541-7B7A-43D3-8B79-37D633B846F1}">
                <asvg:svgBlip xmlns:asvg="http://schemas.microsoft.com/office/drawing/2016/SVG/main" r:embed="rId24"/>
              </a:ext>
            </a:extLst>
          </a:blip>
          <a:stretch>
            <a:fillRect/>
          </a:stretch>
        </p:blipFill>
        <p:spPr>
          <a:xfrm>
            <a:off x="7996320" y="1406632"/>
            <a:ext cx="1987469" cy="97767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1_Само заглавие">
  <p:cSld name="1_Само заглавие">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13F33"/>
              </a:buClr>
              <a:buSzPts val="3200"/>
              <a:buFont typeface="Century Gothic"/>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9" name="Google Shape;49;p12"/>
          <p:cNvSpPr/>
          <p:nvPr/>
        </p:nvSpPr>
        <p:spPr>
          <a:xfrm>
            <a:off x="1924701" y="2049656"/>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0" name="Google Shape;50;p12"/>
          <p:cNvSpPr txBox="1">
            <a:spLocks noGrp="1"/>
          </p:cNvSpPr>
          <p:nvPr>
            <p:ph type="body" idx="1"/>
          </p:nvPr>
        </p:nvSpPr>
        <p:spPr>
          <a:xfrm>
            <a:off x="1082566"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1" name="Google Shape;51;p12"/>
          <p:cNvSpPr txBox="1">
            <a:spLocks noGrp="1"/>
          </p:cNvSpPr>
          <p:nvPr>
            <p:ph type="body" idx="2"/>
          </p:nvPr>
        </p:nvSpPr>
        <p:spPr>
          <a:xfrm>
            <a:off x="1082566"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2" name="Google Shape;52;p12"/>
          <p:cNvSpPr/>
          <p:nvPr/>
        </p:nvSpPr>
        <p:spPr>
          <a:xfrm>
            <a:off x="5475663" y="2049656"/>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3" name="Google Shape;53;p12"/>
          <p:cNvSpPr txBox="1">
            <a:spLocks noGrp="1"/>
          </p:cNvSpPr>
          <p:nvPr>
            <p:ph type="body" idx="3"/>
          </p:nvPr>
        </p:nvSpPr>
        <p:spPr>
          <a:xfrm>
            <a:off x="4642630"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12"/>
          <p:cNvSpPr txBox="1">
            <a:spLocks noGrp="1"/>
          </p:cNvSpPr>
          <p:nvPr>
            <p:ph type="body" idx="4"/>
          </p:nvPr>
        </p:nvSpPr>
        <p:spPr>
          <a:xfrm>
            <a:off x="4642630"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5" name="Google Shape;55;p12"/>
          <p:cNvSpPr/>
          <p:nvPr/>
        </p:nvSpPr>
        <p:spPr>
          <a:xfrm>
            <a:off x="9026626" y="2070254"/>
            <a:ext cx="1258876" cy="1258876"/>
          </a:xfrm>
          <a:prstGeom prst="ellipse">
            <a:avLst/>
          </a:prstGeom>
          <a:solidFill>
            <a:srgbClr val="3CBB5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56" name="Google Shape;56;p12"/>
          <p:cNvSpPr txBox="1">
            <a:spLocks noGrp="1"/>
          </p:cNvSpPr>
          <p:nvPr>
            <p:ph type="body" idx="5"/>
          </p:nvPr>
        </p:nvSpPr>
        <p:spPr>
          <a:xfrm>
            <a:off x="8202694" y="3443473"/>
            <a:ext cx="2906739" cy="524256"/>
          </a:xfrm>
          <a:prstGeom prst="rect">
            <a:avLst/>
          </a:prstGeom>
          <a:noFill/>
          <a:ln>
            <a:noFill/>
          </a:ln>
        </p:spPr>
        <p:txBody>
          <a:bodyPr spcFirstLastPara="1" wrap="square" lIns="0" tIns="0" rIns="91425" bIns="45700" anchor="t" anchorCtr="0">
            <a:normAutofit/>
          </a:bodyPr>
          <a:lstStyle>
            <a:lvl1pPr marL="457200" lvl="0" indent="-228600" algn="ctr">
              <a:lnSpc>
                <a:spcPct val="90000"/>
              </a:lnSpc>
              <a:spcBef>
                <a:spcPts val="1000"/>
              </a:spcBef>
              <a:spcAft>
                <a:spcPts val="0"/>
              </a:spcAft>
              <a:buClr>
                <a:schemeClr val="dk1"/>
              </a:buClr>
              <a:buSzPts val="1600"/>
              <a:buNone/>
              <a:defRPr sz="1800" b="1"/>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57" name="Google Shape;57;p12"/>
          <p:cNvSpPr txBox="1">
            <a:spLocks noGrp="1"/>
          </p:cNvSpPr>
          <p:nvPr>
            <p:ph type="body" idx="6"/>
          </p:nvPr>
        </p:nvSpPr>
        <p:spPr>
          <a:xfrm>
            <a:off x="8202694" y="4102670"/>
            <a:ext cx="2906739" cy="1776572"/>
          </a:xfrm>
          <a:prstGeom prst="rect">
            <a:avLst/>
          </a:prstGeom>
          <a:noFill/>
          <a:ln>
            <a:noFill/>
          </a:ln>
        </p:spPr>
        <p:txBody>
          <a:bodyPr spcFirstLastPara="1" wrap="square" lIns="91425" tIns="45700" rIns="91425" bIns="45700" anchor="t" anchorCtr="0">
            <a:normAutofit/>
          </a:bodyPr>
          <a:lstStyle>
            <a:lvl1pPr marL="457200" lvl="0" indent="-228600" algn="ctr">
              <a:lnSpc>
                <a:spcPct val="90000"/>
              </a:lnSpc>
              <a:spcBef>
                <a:spcPts val="1000"/>
              </a:spcBef>
              <a:spcAft>
                <a:spcPts val="0"/>
              </a:spcAft>
              <a:buClr>
                <a:schemeClr val="dk1"/>
              </a:buClr>
              <a:buSzPts val="1600"/>
              <a:buNone/>
              <a:defRPr sz="1600" b="0"/>
            </a:lvl1pPr>
            <a:lvl2pPr marL="914400" lvl="1" indent="-330200" algn="l">
              <a:lnSpc>
                <a:spcPct val="90000"/>
              </a:lnSpc>
              <a:spcBef>
                <a:spcPts val="500"/>
              </a:spcBef>
              <a:spcAft>
                <a:spcPts val="0"/>
              </a:spcAft>
              <a:buClr>
                <a:schemeClr val="dk1"/>
              </a:buClr>
              <a:buSzPts val="1600"/>
              <a:buChar char="•"/>
              <a:defRPr sz="1600"/>
            </a:lvl2pPr>
            <a:lvl3pPr marL="1371600" lvl="2" indent="-330200" algn="l">
              <a:lnSpc>
                <a:spcPct val="90000"/>
              </a:lnSpc>
              <a:spcBef>
                <a:spcPts val="500"/>
              </a:spcBef>
              <a:spcAft>
                <a:spcPts val="0"/>
              </a:spcAft>
              <a:buClr>
                <a:schemeClr val="dk1"/>
              </a:buClr>
              <a:buSzPts val="1600"/>
              <a:buChar char="•"/>
              <a:defRPr sz="1600"/>
            </a:lvl3pPr>
            <a:lvl4pPr marL="1828800" lvl="3" indent="-330200" algn="l">
              <a:lnSpc>
                <a:spcPct val="90000"/>
              </a:lnSpc>
              <a:spcBef>
                <a:spcPts val="500"/>
              </a:spcBef>
              <a:spcAft>
                <a:spcPts val="0"/>
              </a:spcAft>
              <a:buClr>
                <a:schemeClr val="dk1"/>
              </a:buClr>
              <a:buSzPts val="1600"/>
              <a:buChar char="•"/>
              <a:defRPr sz="1600"/>
            </a:lvl4pPr>
            <a:lvl5pPr marL="2286000" lvl="4" indent="-330200" algn="l">
              <a:lnSpc>
                <a:spcPct val="90000"/>
              </a:lnSpc>
              <a:spcBef>
                <a:spcPts val="500"/>
              </a:spcBef>
              <a:spcAft>
                <a:spcPts val="0"/>
              </a:spcAft>
              <a:buClr>
                <a:schemeClr val="dk1"/>
              </a:buClr>
              <a:buSzPts val="1600"/>
              <a:buChar char="•"/>
              <a:defRPr sz="16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C5374484-7063-B3EC-9316-772E2EA1215C}"/>
              </a:ext>
            </a:extLst>
          </p:cNvPr>
          <p:cNvPicPr preferRelativeResize="0"/>
          <p:nvPr userDrawn="1"/>
        </p:nvPicPr>
        <p:blipFill rotWithShape="1">
          <a:blip r:embed="rId2">
            <a:alphaModFix/>
          </a:blip>
          <a:srcRect/>
          <a:stretch/>
        </p:blipFill>
        <p:spPr>
          <a:xfrm>
            <a:off x="10547100" y="6233087"/>
            <a:ext cx="1351689" cy="468883"/>
          </a:xfrm>
          <a:prstGeom prst="rect">
            <a:avLst/>
          </a:prstGeom>
          <a:noFill/>
          <a:ln>
            <a:noFill/>
          </a:ln>
        </p:spPr>
      </p:pic>
      <p:pic>
        <p:nvPicPr>
          <p:cNvPr id="3" name="Google Shape;46;p11">
            <a:extLst>
              <a:ext uri="{FF2B5EF4-FFF2-40B4-BE49-F238E27FC236}">
                <a16:creationId xmlns:a16="http://schemas.microsoft.com/office/drawing/2014/main" id="{81EAD793-A020-243C-427F-76BD1B835FDC}"/>
              </a:ext>
            </a:extLst>
          </p:cNvPr>
          <p:cNvPicPr preferRelativeResize="0"/>
          <p:nvPr userDrawn="1"/>
        </p:nvPicPr>
        <p:blipFill rotWithShape="1">
          <a:blip r:embed="rId3">
            <a:alphaModFix/>
          </a:blip>
          <a:srcRect/>
          <a:stretch/>
        </p:blipFill>
        <p:spPr>
          <a:xfrm>
            <a:off x="293211" y="6306999"/>
            <a:ext cx="1530350" cy="32106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Празен">
  <p:cSld name="Празен">
    <p:spTree>
      <p:nvGrpSpPr>
        <p:cNvPr id="1" name="Shape 60"/>
        <p:cNvGrpSpPr/>
        <p:nvPr/>
      </p:nvGrpSpPr>
      <p:grpSpPr>
        <a:xfrm>
          <a:off x="0" y="0"/>
          <a:ext cx="0" cy="0"/>
          <a:chOff x="0" y="0"/>
          <a:chExt cx="0" cy="0"/>
        </a:xfrm>
      </p:grpSpPr>
      <p:pic>
        <p:nvPicPr>
          <p:cNvPr id="61" name="Google Shape;61;p13"/>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2" name="Google Shape;62;p13"/>
          <p:cNvSpPr txBox="1">
            <a:spLocks noGrp="1"/>
          </p:cNvSpPr>
          <p:nvPr>
            <p:ph type="title"/>
          </p:nvPr>
        </p:nvSpPr>
        <p:spPr>
          <a:xfrm>
            <a:off x="2009298" y="2622550"/>
            <a:ext cx="8173403" cy="1612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lt1"/>
              </a:buClr>
              <a:buSzPts val="4400"/>
              <a:buFont typeface="Century Gothic"/>
              <a:buNone/>
              <a:defRPr sz="44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Заглавие и съдържание">
  <p:cSld name="1_Заглавие и съдържание">
    <p:spTree>
      <p:nvGrpSpPr>
        <p:cNvPr id="1" name="Shape 63"/>
        <p:cNvGrpSpPr/>
        <p:nvPr/>
      </p:nvGrpSpPr>
      <p:grpSpPr>
        <a:xfrm>
          <a:off x="0" y="0"/>
          <a:ext cx="0" cy="0"/>
          <a:chOff x="0" y="0"/>
          <a:chExt cx="0" cy="0"/>
        </a:xfrm>
      </p:grpSpPr>
      <p:pic>
        <p:nvPicPr>
          <p:cNvPr id="64" name="Google Shape;64;p14"/>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65" name="Google Shape;65;p14"/>
          <p:cNvSpPr txBox="1">
            <a:spLocks noGrp="1"/>
          </p:cNvSpPr>
          <p:nvPr>
            <p:ph type="title"/>
          </p:nvPr>
        </p:nvSpPr>
        <p:spPr>
          <a:xfrm>
            <a:off x="628650" y="546101"/>
            <a:ext cx="6454902"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6" name="Google Shape;66;p14"/>
          <p:cNvSpPr txBox="1">
            <a:spLocks noGrp="1"/>
          </p:cNvSpPr>
          <p:nvPr>
            <p:ph type="body" idx="1"/>
          </p:nvPr>
        </p:nvSpPr>
        <p:spPr>
          <a:xfrm>
            <a:off x="628650" y="1404710"/>
            <a:ext cx="6454902"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Font typeface="Arial"/>
              <a:buChar char="•"/>
              <a:defRPr sz="20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Font typeface="Arial"/>
              <a:buChar char="•"/>
              <a:defRPr/>
            </a:lvl2pPr>
            <a:lvl3pPr marL="1371600" lvl="2" indent="-355600" algn="l">
              <a:lnSpc>
                <a:spcPct val="90000"/>
              </a:lnSpc>
              <a:spcBef>
                <a:spcPts val="500"/>
              </a:spcBef>
              <a:spcAft>
                <a:spcPts val="0"/>
              </a:spcAft>
              <a:buClr>
                <a:srgbClr val="3CBB54"/>
              </a:buClr>
              <a:buSzPts val="2000"/>
              <a:buFont typeface="Arial"/>
              <a:buChar char="•"/>
              <a:defRPr/>
            </a:lvl3pPr>
            <a:lvl4pPr marL="1828800" lvl="3" indent="-342900" algn="l">
              <a:lnSpc>
                <a:spcPct val="90000"/>
              </a:lnSpc>
              <a:spcBef>
                <a:spcPts val="500"/>
              </a:spcBef>
              <a:spcAft>
                <a:spcPts val="0"/>
              </a:spcAft>
              <a:buClr>
                <a:srgbClr val="3CBB54"/>
              </a:buClr>
              <a:buSzPts val="1800"/>
              <a:buFont typeface="Arial"/>
              <a:buChar char="•"/>
              <a:defRPr/>
            </a:lvl4pPr>
            <a:lvl5pPr marL="2286000" lvl="4" indent="-342900" algn="l">
              <a:lnSpc>
                <a:spcPct val="90000"/>
              </a:lnSpc>
              <a:spcBef>
                <a:spcPts val="500"/>
              </a:spcBef>
              <a:spcAft>
                <a:spcPts val="0"/>
              </a:spcAft>
              <a:buClr>
                <a:srgbClr val="3CBB54"/>
              </a:buClr>
              <a:buSzPts val="1800"/>
              <a:buFont typeface="Arial"/>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2" name="Google Shape;24;p11">
            <a:extLst>
              <a:ext uri="{FF2B5EF4-FFF2-40B4-BE49-F238E27FC236}">
                <a16:creationId xmlns:a16="http://schemas.microsoft.com/office/drawing/2014/main" id="{DE8F4DA2-7420-2ABD-187F-E57C854757E3}"/>
              </a:ext>
            </a:extLst>
          </p:cNvPr>
          <p:cNvPicPr preferRelativeResize="0"/>
          <p:nvPr userDrawn="1"/>
        </p:nvPicPr>
        <p:blipFill>
          <a:blip r:embed="rId3"/>
          <a:srcRect/>
          <a:stretch/>
        </p:blipFill>
        <p:spPr>
          <a:xfrm>
            <a:off x="10547100" y="6233141"/>
            <a:ext cx="1351689" cy="468774"/>
          </a:xfrm>
          <a:prstGeom prst="rect">
            <a:avLst/>
          </a:prstGeom>
          <a:noFill/>
          <a:ln>
            <a:noFill/>
          </a:ln>
        </p:spPr>
      </p:pic>
      <p:pic>
        <p:nvPicPr>
          <p:cNvPr id="3" name="Google Shape;46;p11">
            <a:extLst>
              <a:ext uri="{FF2B5EF4-FFF2-40B4-BE49-F238E27FC236}">
                <a16:creationId xmlns:a16="http://schemas.microsoft.com/office/drawing/2014/main" id="{009FC3C8-8CF9-AC25-D424-17E9EE6856C2}"/>
              </a:ext>
            </a:extLst>
          </p:cNvPr>
          <p:cNvPicPr preferRelativeResize="0"/>
          <p:nvPr userDrawn="1"/>
        </p:nvPicPr>
        <p:blipFill rotWithShape="1">
          <a:blip r:embed="rId4">
            <a:alphaModFix/>
          </a:blip>
          <a:srcRect/>
          <a:stretch/>
        </p:blipFill>
        <p:spPr>
          <a:xfrm>
            <a:off x="293211" y="6306999"/>
            <a:ext cx="1530350" cy="32106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Празен">
  <p:cSld name="1_Празен">
    <p:spTree>
      <p:nvGrpSpPr>
        <p:cNvPr id="1" name="Shape 68"/>
        <p:cNvGrpSpPr/>
        <p:nvPr/>
      </p:nvGrpSpPr>
      <p:grpSpPr>
        <a:xfrm>
          <a:off x="0" y="0"/>
          <a:ext cx="0" cy="0"/>
          <a:chOff x="0" y="0"/>
          <a:chExt cx="0" cy="0"/>
        </a:xfrm>
      </p:grpSpPr>
      <p:pic>
        <p:nvPicPr>
          <p:cNvPr id="69" name="Google Shape;69;p15"/>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70" name="Google Shape;70;p15"/>
          <p:cNvSpPr txBox="1">
            <a:spLocks noGrp="1"/>
          </p:cNvSpPr>
          <p:nvPr>
            <p:ph type="title"/>
          </p:nvPr>
        </p:nvSpPr>
        <p:spPr>
          <a:xfrm>
            <a:off x="509746" y="385106"/>
            <a:ext cx="4144248" cy="23021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6000"/>
              <a:buFont typeface="Century Gothic"/>
              <a:buNone/>
              <a:defRPr sz="60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15"/>
          <p:cNvSpPr txBox="1"/>
          <p:nvPr/>
        </p:nvSpPr>
        <p:spPr>
          <a:xfrm>
            <a:off x="2290850" y="6134340"/>
            <a:ext cx="9446938" cy="33855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800" b="0" i="0" u="none" strike="noStrike" cap="none">
                <a:solidFill>
                  <a:schemeClr val="lt1"/>
                </a:solidFill>
                <a:latin typeface="Arial"/>
                <a:ea typeface="Arial"/>
                <a:cs typeface="Arial"/>
                <a:sym typeface="Arial"/>
              </a:rPr>
              <a:t>OneSTOP receives funding from the European Union’s Horizon Europe Research and Innovation Programme (ID No 101180559). Views and opinions expressed are those of the author(s) only and do not necessarily reflect those of the European Union or the European Research Executive Agency (REA). Neither the EU nor REA can be held responsible for them.</a:t>
            </a:r>
            <a:endParaRPr sz="800">
              <a:solidFill>
                <a:schemeClr val="lt1"/>
              </a:solidFill>
              <a:latin typeface="Arial"/>
              <a:ea typeface="Arial"/>
              <a:cs typeface="Arial"/>
              <a:sym typeface="Arial"/>
            </a:endParaRPr>
          </a:p>
        </p:txBody>
      </p:sp>
      <p:grpSp>
        <p:nvGrpSpPr>
          <p:cNvPr id="72" name="Google Shape;72;p15"/>
          <p:cNvGrpSpPr/>
          <p:nvPr/>
        </p:nvGrpSpPr>
        <p:grpSpPr>
          <a:xfrm>
            <a:off x="5592982" y="749007"/>
            <a:ext cx="3053412" cy="713718"/>
            <a:chOff x="578063" y="2599713"/>
            <a:chExt cx="3053412" cy="713718"/>
          </a:xfrm>
        </p:grpSpPr>
        <p:sp>
          <p:nvSpPr>
            <p:cNvPr id="73" name="Google Shape;73;p15"/>
            <p:cNvSpPr/>
            <p:nvPr/>
          </p:nvSpPr>
          <p:spPr>
            <a:xfrm>
              <a:off x="578063" y="2599713"/>
              <a:ext cx="713718" cy="7137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4" name="Google Shape;74;p15"/>
            <p:cNvPicPr preferRelativeResize="0"/>
            <p:nvPr/>
          </p:nvPicPr>
          <p:blipFill rotWithShape="1">
            <a:blip r:embed="rId3">
              <a:alphaModFix/>
            </a:blip>
            <a:srcRect/>
            <a:stretch/>
          </p:blipFill>
          <p:spPr>
            <a:xfrm>
              <a:off x="781625" y="2788527"/>
              <a:ext cx="327121" cy="327121"/>
            </a:xfrm>
            <a:prstGeom prst="rect">
              <a:avLst/>
            </a:prstGeom>
            <a:noFill/>
            <a:ln>
              <a:noFill/>
            </a:ln>
          </p:spPr>
        </p:pic>
        <p:sp>
          <p:nvSpPr>
            <p:cNvPr id="75" name="Google Shape;75;p15"/>
            <p:cNvSpPr txBox="1"/>
            <p:nvPr/>
          </p:nvSpPr>
          <p:spPr>
            <a:xfrm>
              <a:off x="1381067" y="2801053"/>
              <a:ext cx="2250408" cy="38531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000"/>
                <a:buFont typeface="Century Gothic"/>
                <a:buNone/>
              </a:pPr>
              <a:r>
                <a:rPr lang="en-US" sz="2000" b="1" u="none" dirty="0" err="1">
                  <a:solidFill>
                    <a:schemeClr val="lt1"/>
                  </a:solidFill>
                  <a:latin typeface="Century Gothic"/>
                  <a:ea typeface="Century Gothic"/>
                  <a:cs typeface="Century Gothic"/>
                  <a:sym typeface="Century Gothic"/>
                </a:rPr>
                <a:t>OneSTOP</a:t>
              </a:r>
              <a:r>
                <a:rPr lang="en-US" sz="2000" b="1" u="none" dirty="0">
                  <a:solidFill>
                    <a:schemeClr val="lt1"/>
                  </a:solidFill>
                  <a:latin typeface="Century Gothic"/>
                  <a:ea typeface="Century Gothic"/>
                  <a:cs typeface="Century Gothic"/>
                  <a:sym typeface="Century Gothic"/>
                </a:rPr>
                <a:t> Project</a:t>
              </a:r>
              <a:endParaRPr sz="2000" b="1" u="none" dirty="0">
                <a:solidFill>
                  <a:schemeClr val="lt1"/>
                </a:solidFill>
                <a:latin typeface="Century Gothic"/>
                <a:ea typeface="Century Gothic"/>
                <a:cs typeface="Century Gothic"/>
                <a:sym typeface="Century Gothic"/>
              </a:endParaRPr>
            </a:p>
          </p:txBody>
        </p:sp>
      </p:grpSp>
      <p:grpSp>
        <p:nvGrpSpPr>
          <p:cNvPr id="76" name="Google Shape;76;p15"/>
          <p:cNvGrpSpPr/>
          <p:nvPr/>
        </p:nvGrpSpPr>
        <p:grpSpPr>
          <a:xfrm>
            <a:off x="9170350" y="738635"/>
            <a:ext cx="2282510" cy="713718"/>
            <a:chOff x="6077715" y="2220619"/>
            <a:chExt cx="2282510" cy="713718"/>
          </a:xfrm>
        </p:grpSpPr>
        <p:sp>
          <p:nvSpPr>
            <p:cNvPr id="77" name="Google Shape;77;p15"/>
            <p:cNvSpPr/>
            <p:nvPr/>
          </p:nvSpPr>
          <p:spPr>
            <a:xfrm>
              <a:off x="6077715" y="2220619"/>
              <a:ext cx="713718" cy="713718"/>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 name="Google Shape;78;p15"/>
            <p:cNvSpPr txBox="1"/>
            <p:nvPr/>
          </p:nvSpPr>
          <p:spPr>
            <a:xfrm>
              <a:off x="6880719" y="2424551"/>
              <a:ext cx="1479506" cy="385318"/>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lt1"/>
                </a:buClr>
                <a:buSzPts val="2000"/>
                <a:buFont typeface="Century Gothic"/>
                <a:buNone/>
              </a:pPr>
              <a:r>
                <a:rPr lang="en-US" sz="2000" b="1" u="none" dirty="0" err="1">
                  <a:solidFill>
                    <a:schemeClr val="lt1"/>
                  </a:solidFill>
                  <a:latin typeface="Century Gothic"/>
                  <a:ea typeface="Century Gothic"/>
                  <a:cs typeface="Century Gothic"/>
                  <a:sym typeface="Century Gothic"/>
                </a:rPr>
                <a:t>OneSTOP</a:t>
              </a:r>
              <a:endParaRPr sz="2000" b="1" u="none" dirty="0">
                <a:solidFill>
                  <a:schemeClr val="lt1"/>
                </a:solidFill>
                <a:latin typeface="Century Gothic"/>
                <a:ea typeface="Century Gothic"/>
                <a:cs typeface="Century Gothic"/>
                <a:sym typeface="Century Gothic"/>
              </a:endParaRPr>
            </a:p>
          </p:txBody>
        </p:sp>
        <p:pic>
          <p:nvPicPr>
            <p:cNvPr id="79" name="Google Shape;79;p15"/>
            <p:cNvPicPr preferRelativeResize="0"/>
            <p:nvPr/>
          </p:nvPicPr>
          <p:blipFill rotWithShape="1">
            <a:blip r:embed="rId4">
              <a:alphaModFix/>
            </a:blip>
            <a:srcRect/>
            <a:stretch/>
          </p:blipFill>
          <p:spPr>
            <a:xfrm>
              <a:off x="6247044" y="2413432"/>
              <a:ext cx="378016" cy="333494"/>
            </a:xfrm>
            <a:prstGeom prst="rect">
              <a:avLst/>
            </a:prstGeom>
            <a:noFill/>
            <a:ln>
              <a:noFill/>
            </a:ln>
          </p:spPr>
        </p:pic>
      </p:grpSp>
      <p:pic>
        <p:nvPicPr>
          <p:cNvPr id="80" name="Google Shape;80;p15"/>
          <p:cNvPicPr preferRelativeResize="0"/>
          <p:nvPr/>
        </p:nvPicPr>
        <p:blipFill rotWithShape="1">
          <a:blip r:embed="rId5">
            <a:alphaModFix/>
          </a:blip>
          <a:srcRect/>
          <a:stretch/>
        </p:blipFill>
        <p:spPr>
          <a:xfrm>
            <a:off x="459377" y="6110958"/>
            <a:ext cx="1836640" cy="38531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Две съдържания">
  <p:cSld name="Две съдържания">
    <p:spTree>
      <p:nvGrpSpPr>
        <p:cNvPr id="1" name="Shape 81"/>
        <p:cNvGrpSpPr/>
        <p:nvPr/>
      </p:nvGrpSpPr>
      <p:grpSpPr>
        <a:xfrm>
          <a:off x="0" y="0"/>
          <a:ext cx="0" cy="0"/>
          <a:chOff x="0" y="0"/>
          <a:chExt cx="0" cy="0"/>
        </a:xfrm>
      </p:grpSpPr>
      <p:sp>
        <p:nvSpPr>
          <p:cNvPr id="82" name="Google Shape;82;p16"/>
          <p:cNvSpPr txBox="1">
            <a:spLocks noGrp="1"/>
          </p:cNvSpPr>
          <p:nvPr>
            <p:ph type="body" idx="1"/>
          </p:nvPr>
        </p:nvSpPr>
        <p:spPr>
          <a:xfrm>
            <a:off x="628650" y="1323976"/>
            <a:ext cx="5381625"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4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83" name="Google Shape;83;p16"/>
          <p:cNvSpPr txBox="1">
            <a:spLocks noGrp="1"/>
          </p:cNvSpPr>
          <p:nvPr>
            <p:ph type="ftr" idx="11"/>
          </p:nvPr>
        </p:nvSpPr>
        <p:spPr>
          <a:xfrm>
            <a:off x="2762249" y="6356350"/>
            <a:ext cx="7397115"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6"/>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5" name="Google Shape;85;p16"/>
          <p:cNvSpPr txBox="1">
            <a:spLocks noGrp="1"/>
          </p:cNvSpPr>
          <p:nvPr>
            <p:ph type="body" idx="2"/>
          </p:nvPr>
        </p:nvSpPr>
        <p:spPr>
          <a:xfrm>
            <a:off x="6518275" y="1323976"/>
            <a:ext cx="5381625" cy="475488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rgbClr val="3CBB54"/>
              </a:buClr>
              <a:buSzPts val="2800"/>
              <a:buChar char="•"/>
              <a:defRPr sz="2400">
                <a:solidFill>
                  <a:schemeClr val="tx1">
                    <a:lumMod val="85000"/>
                    <a:lumOff val="15000"/>
                  </a:schemeClr>
                </a:solidFill>
              </a:defRPr>
            </a:lvl1pPr>
            <a:lvl2pPr marL="914400" lvl="1" indent="-381000" algn="l">
              <a:lnSpc>
                <a:spcPct val="90000"/>
              </a:lnSpc>
              <a:spcBef>
                <a:spcPts val="500"/>
              </a:spcBef>
              <a:spcAft>
                <a:spcPts val="0"/>
              </a:spcAft>
              <a:buClr>
                <a:srgbClr val="3CBB54"/>
              </a:buClr>
              <a:buSzPts val="2400"/>
              <a:buChar char="•"/>
              <a:defRPr/>
            </a:lvl2pPr>
            <a:lvl3pPr marL="1371600" lvl="2" indent="-355600" algn="l">
              <a:lnSpc>
                <a:spcPct val="90000"/>
              </a:lnSpc>
              <a:spcBef>
                <a:spcPts val="500"/>
              </a:spcBef>
              <a:spcAft>
                <a:spcPts val="0"/>
              </a:spcAft>
              <a:buClr>
                <a:srgbClr val="3CBB54"/>
              </a:buClr>
              <a:buSzPts val="2000"/>
              <a:buChar char="•"/>
              <a:defRPr/>
            </a:lvl3pPr>
            <a:lvl4pPr marL="1828800" lvl="3" indent="-342900" algn="l">
              <a:lnSpc>
                <a:spcPct val="90000"/>
              </a:lnSpc>
              <a:spcBef>
                <a:spcPts val="500"/>
              </a:spcBef>
              <a:spcAft>
                <a:spcPts val="0"/>
              </a:spcAft>
              <a:buClr>
                <a:srgbClr val="3CBB54"/>
              </a:buClr>
              <a:buSzPts val="1800"/>
              <a:buChar char="•"/>
              <a:defRPr/>
            </a:lvl4pPr>
            <a:lvl5pPr marL="2286000" lvl="4" indent="-342900" algn="l">
              <a:lnSpc>
                <a:spcPct val="90000"/>
              </a:lnSpc>
              <a:spcBef>
                <a:spcPts val="500"/>
              </a:spcBef>
              <a:spcAft>
                <a:spcPts val="0"/>
              </a:spcAft>
              <a:buClr>
                <a:srgbClr val="3CBB54"/>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pic>
        <p:nvPicPr>
          <p:cNvPr id="86" name="Google Shape;86;p16"/>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87" name="Google Shape;87;p16"/>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Само заглавие">
  <p:cSld name="Само заглавие">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a:off x="628650" y="365126"/>
            <a:ext cx="11271250" cy="711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13F33"/>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0" name="Google Shape;90;p17"/>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91" name="Google Shape;91;p17"/>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Съдържание с надпис" type="objTx">
  <p:cSld name="OBJECT_WITH_CAPTION_TEXT">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8"/>
          <p:cNvSpPr txBox="1">
            <a:spLocks noGrp="1"/>
          </p:cNvSpPr>
          <p:nvPr>
            <p:ph type="body" idx="1"/>
          </p:nvPr>
        </p:nvSpPr>
        <p:spPr>
          <a:xfrm>
            <a:off x="5021580" y="457201"/>
            <a:ext cx="6804660" cy="540385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95" name="Google Shape;95;p18"/>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96" name="Google Shape;96;p18"/>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97" name="Google Shape;97;p18"/>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Картина с надпис" type="picTx">
  <p:cSld name="PICTURE_WITH_CAPTION_TEXT">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313F33"/>
              </a:buClr>
              <a:buSzPts val="3200"/>
              <a:buFont typeface="Century Gothic"/>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0" name="Google Shape;100;p19"/>
          <p:cNvSpPr>
            <a:spLocks noGrp="1"/>
          </p:cNvSpPr>
          <p:nvPr>
            <p:ph type="pic" idx="2"/>
          </p:nvPr>
        </p:nvSpPr>
        <p:spPr>
          <a:xfrm>
            <a:off x="4998720" y="457200"/>
            <a:ext cx="6926580" cy="5411787"/>
          </a:xfrm>
          <a:prstGeom prst="rect">
            <a:avLst/>
          </a:prstGeom>
          <a:noFill/>
          <a:ln>
            <a:noFill/>
          </a:ln>
        </p:spPr>
      </p:sp>
      <p:sp>
        <p:nvSpPr>
          <p:cNvPr id="101" name="Google Shape;101;p19"/>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102" name="Google Shape;102;p19"/>
          <p:cNvPicPr preferRelativeResize="0"/>
          <p:nvPr/>
        </p:nvPicPr>
        <p:blipFill rotWithShape="1">
          <a:blip r:embed="rId2">
            <a:alphaModFix/>
          </a:blip>
          <a:srcRect/>
          <a:stretch/>
        </p:blipFill>
        <p:spPr>
          <a:xfrm>
            <a:off x="10547100" y="6294438"/>
            <a:ext cx="1351689" cy="468883"/>
          </a:xfrm>
          <a:prstGeom prst="rect">
            <a:avLst/>
          </a:prstGeom>
          <a:noFill/>
          <a:ln>
            <a:noFill/>
          </a:ln>
        </p:spPr>
      </p:pic>
      <p:pic>
        <p:nvPicPr>
          <p:cNvPr id="103" name="Google Shape;103;p19"/>
          <p:cNvPicPr preferRelativeResize="0"/>
          <p:nvPr/>
        </p:nvPicPr>
        <p:blipFill rotWithShape="1">
          <a:blip r:embed="rId3">
            <a:alphaModFix/>
          </a:blip>
          <a:srcRect/>
          <a:stretch/>
        </p:blipFill>
        <p:spPr>
          <a:xfrm>
            <a:off x="610722" y="6380301"/>
            <a:ext cx="1530350" cy="32106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title"/>
          </p:nvPr>
        </p:nvSpPr>
        <p:spPr>
          <a:xfrm>
            <a:off x="628650" y="490219"/>
            <a:ext cx="11075670" cy="711200"/>
          </a:xfrm>
          <a:prstGeom prst="rect">
            <a:avLst/>
          </a:prstGeom>
          <a:noFill/>
          <a:ln>
            <a:noFill/>
          </a:ln>
        </p:spPr>
        <p:txBody>
          <a:bodyPr spcFirstLastPara="1" wrap="square" lIns="0" tIns="45700" rIns="0" bIns="45700" anchor="t" anchorCtr="0">
            <a:normAutofit/>
          </a:bodyPr>
          <a:lstStyle>
            <a:lvl1pPr marR="0" lvl="0" algn="l" rtl="0">
              <a:lnSpc>
                <a:spcPct val="90000"/>
              </a:lnSpc>
              <a:spcBef>
                <a:spcPts val="0"/>
              </a:spcBef>
              <a:spcAft>
                <a:spcPts val="0"/>
              </a:spcAft>
              <a:buClr>
                <a:srgbClr val="313F33"/>
              </a:buClr>
              <a:buSzPts val="3200"/>
              <a:buFont typeface="Century Gothic"/>
              <a:buNone/>
              <a:defRPr sz="3200" b="1" i="0" u="none" strike="noStrike" cap="none">
                <a:solidFill>
                  <a:srgbClr val="313F33"/>
                </a:solidFill>
                <a:latin typeface="Century Gothic"/>
                <a:ea typeface="Century Gothic"/>
                <a:cs typeface="Century Gothic"/>
                <a:sym typeface="Century Gothic"/>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7" name="Google Shape;7;p8"/>
          <p:cNvSpPr txBox="1">
            <a:spLocks noGrp="1"/>
          </p:cNvSpPr>
          <p:nvPr>
            <p:ph type="body" idx="1"/>
          </p:nvPr>
        </p:nvSpPr>
        <p:spPr>
          <a:xfrm>
            <a:off x="628650" y="1257301"/>
            <a:ext cx="11075670" cy="475488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entury Gothic"/>
                <a:ea typeface="Century Gothic"/>
                <a:cs typeface="Century Gothic"/>
                <a:sym typeface="Century Gothic"/>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entury Gothic"/>
                <a:ea typeface="Century Gothic"/>
                <a:cs typeface="Century Gothic"/>
                <a:sym typeface="Century Gothic"/>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entury Gothic"/>
                <a:ea typeface="Century Gothic"/>
                <a:cs typeface="Century Gothic"/>
                <a:sym typeface="Century Gothic"/>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entury Gothic"/>
                <a:ea typeface="Century Gothic"/>
                <a:cs typeface="Century Gothic"/>
                <a:sym typeface="Century Gothic"/>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8" name="Google Shape;8;p8"/>
          <p:cNvSpPr txBox="1">
            <a:spLocks noGrp="1"/>
          </p:cNvSpPr>
          <p:nvPr>
            <p:ph type="dt" idx="10"/>
          </p:nvPr>
        </p:nvSpPr>
        <p:spPr>
          <a:xfrm>
            <a:off x="62865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8"/>
          <p:cNvSpPr txBox="1">
            <a:spLocks noGrp="1"/>
          </p:cNvSpPr>
          <p:nvPr>
            <p:ph type="ftr" idx="11"/>
          </p:nvPr>
        </p:nvSpPr>
        <p:spPr>
          <a:xfrm>
            <a:off x="3524250" y="6356350"/>
            <a:ext cx="818007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tx1">
              <a:lumMod val="85000"/>
              <a:lumOff val="15000"/>
            </a:schemeClr>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
          <p:cNvSpPr txBox="1">
            <a:spLocks noGrp="1"/>
          </p:cNvSpPr>
          <p:nvPr>
            <p:ph type="ctrTitle"/>
          </p:nvPr>
        </p:nvSpPr>
        <p:spPr>
          <a:xfrm>
            <a:off x="454212" y="1888512"/>
            <a:ext cx="6678108" cy="1794155"/>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13F33"/>
              </a:buClr>
              <a:buSzPts val="4400"/>
              <a:buFont typeface="Century Gothic"/>
              <a:buNone/>
            </a:pPr>
            <a:r>
              <a:rPr lang="en-US" sz="4400" b="1" i="0" u="none" strike="noStrike" cap="none" dirty="0">
                <a:solidFill>
                  <a:srgbClr val="313F33"/>
                </a:solidFill>
                <a:latin typeface="Century Gothic"/>
                <a:ea typeface="Century Gothic"/>
                <a:cs typeface="Century Gothic"/>
                <a:sym typeface="Century Gothic"/>
              </a:rPr>
              <a:t>Click to edit master title style</a:t>
            </a:r>
            <a:endParaRPr sz="4400" b="1" i="0" u="none" strike="noStrike" cap="none" dirty="0">
              <a:solidFill>
                <a:srgbClr val="313F33"/>
              </a:solidFill>
              <a:latin typeface="Century Gothic"/>
              <a:ea typeface="Century Gothic"/>
              <a:cs typeface="Century Gothic"/>
              <a:sym typeface="Century Gothic"/>
            </a:endParaRPr>
          </a:p>
        </p:txBody>
      </p:sp>
      <p:sp>
        <p:nvSpPr>
          <p:cNvPr id="109" name="Google Shape;109;p1"/>
          <p:cNvSpPr txBox="1">
            <a:spLocks noGrp="1"/>
          </p:cNvSpPr>
          <p:nvPr>
            <p:ph type="subTitle" idx="1"/>
          </p:nvPr>
        </p:nvSpPr>
        <p:spPr>
          <a:xfrm>
            <a:off x="454212" y="3734021"/>
            <a:ext cx="6678108" cy="43684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3A3838"/>
              </a:buClr>
              <a:buSzPts val="2400"/>
              <a:buNone/>
            </a:pPr>
            <a:r>
              <a:rPr lang="en-US" sz="2400" b="0" i="0" u="none" strike="noStrike" cap="none">
                <a:solidFill>
                  <a:srgbClr val="3A3838"/>
                </a:solidFill>
                <a:latin typeface="Century Gothic"/>
                <a:ea typeface="Century Gothic"/>
                <a:cs typeface="Century Gothic"/>
                <a:sym typeface="Century Gothic"/>
              </a:rPr>
              <a:t>Click to edit Master subtitle style</a:t>
            </a:r>
            <a:endParaRPr sz="2400" b="0" i="0" u="none" strike="noStrike" cap="none">
              <a:solidFill>
                <a:srgbClr val="3A3838"/>
              </a:solidFill>
              <a:latin typeface="Century Gothic"/>
              <a:ea typeface="Century Gothic"/>
              <a:cs typeface="Century Gothic"/>
              <a:sym typeface="Century Gothic"/>
            </a:endParaRPr>
          </a:p>
        </p:txBody>
      </p:sp>
      <p:sp>
        <p:nvSpPr>
          <p:cNvPr id="110" name="Google Shape;110;p1"/>
          <p:cNvSpPr>
            <a:spLocks noGrp="1"/>
          </p:cNvSpPr>
          <p:nvPr>
            <p:ph type="pic" idx="2"/>
          </p:nvPr>
        </p:nvSpPr>
        <p:spPr>
          <a:xfrm>
            <a:off x="2635249" y="6217095"/>
            <a:ext cx="2668271" cy="385318"/>
          </a:xfrm>
          <a:prstGeom prst="rect">
            <a:avLst/>
          </a:prstGeom>
          <a:noFill/>
          <a:ln>
            <a:noFill/>
          </a:ln>
        </p:spPr>
      </p:sp>
      <p:sp>
        <p:nvSpPr>
          <p:cNvPr id="111" name="Google Shape;111;p1"/>
          <p:cNvSpPr txBox="1"/>
          <p:nvPr/>
        </p:nvSpPr>
        <p:spPr>
          <a:xfrm>
            <a:off x="454212" y="4730983"/>
            <a:ext cx="6678108" cy="285196"/>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90000"/>
              </a:lnSpc>
              <a:spcBef>
                <a:spcPts val="0"/>
              </a:spcBef>
              <a:spcAft>
                <a:spcPts val="0"/>
              </a:spcAft>
              <a:buClr>
                <a:srgbClr val="3CBB54"/>
              </a:buClr>
              <a:buSzPct val="100000"/>
              <a:buFont typeface="Arial"/>
              <a:buNone/>
            </a:pPr>
            <a:r>
              <a:rPr lang="en-US" sz="1800" b="0" i="0" u="none" strike="noStrike" cap="none">
                <a:solidFill>
                  <a:srgbClr val="3CBB54"/>
                </a:solidFill>
                <a:latin typeface="Century Gothic"/>
                <a:ea typeface="Century Gothic"/>
                <a:cs typeface="Century Gothic"/>
                <a:sym typeface="Century Gothic"/>
              </a:rPr>
              <a:t>DD\MM\YYYY</a:t>
            </a:r>
            <a:endParaRPr sz="1800" b="0" i="0" u="none" strike="noStrike" cap="none">
              <a:solidFill>
                <a:srgbClr val="3CBB54"/>
              </a:solidFill>
              <a:latin typeface="Century Gothic"/>
              <a:ea typeface="Century Gothic"/>
              <a:cs typeface="Century Gothic"/>
              <a:sym typeface="Century Gothic"/>
            </a:endParaRPr>
          </a:p>
        </p:txBody>
      </p:sp>
      <p:sp>
        <p:nvSpPr>
          <p:cNvPr id="112" name="Google Shape;112;p1"/>
          <p:cNvSpPr txBox="1"/>
          <p:nvPr/>
        </p:nvSpPr>
        <p:spPr>
          <a:xfrm>
            <a:off x="454212" y="5067533"/>
            <a:ext cx="6678108" cy="285196"/>
          </a:xfrm>
          <a:prstGeom prst="rect">
            <a:avLst/>
          </a:prstGeom>
          <a:noFill/>
          <a:ln>
            <a:noFill/>
          </a:ln>
        </p:spPr>
        <p:txBody>
          <a:bodyPr spcFirstLastPara="1" wrap="square" lIns="91425" tIns="45700" rIns="91425" bIns="45700" anchor="t" anchorCtr="0">
            <a:normAutofit fontScale="92500" lnSpcReduction="20000"/>
          </a:bodyPr>
          <a:lstStyle/>
          <a:p>
            <a:pPr marL="0" marR="0" lvl="0" indent="0" algn="l" rtl="0">
              <a:lnSpc>
                <a:spcPct val="90000"/>
              </a:lnSpc>
              <a:spcBef>
                <a:spcPts val="0"/>
              </a:spcBef>
              <a:spcAft>
                <a:spcPts val="0"/>
              </a:spcAft>
              <a:buClr>
                <a:srgbClr val="3CBB54"/>
              </a:buClr>
              <a:buSzPct val="100000"/>
              <a:buFont typeface="Arial"/>
              <a:buNone/>
            </a:pPr>
            <a:r>
              <a:rPr lang="en-US" sz="1800" b="0" i="0" u="none" strike="noStrike" cap="none">
                <a:solidFill>
                  <a:srgbClr val="3CBB54"/>
                </a:solidFill>
                <a:latin typeface="Century Gothic"/>
                <a:ea typeface="Century Gothic"/>
                <a:cs typeface="Century Gothic"/>
                <a:sym typeface="Century Gothic"/>
              </a:rPr>
              <a:t>Name of presenter</a:t>
            </a:r>
            <a:endParaRPr sz="1800" b="0" i="0" u="none" strike="noStrike" cap="none">
              <a:solidFill>
                <a:srgbClr val="3CBB54"/>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txBox="1">
            <a:spLocks noGrp="1"/>
          </p:cNvSpPr>
          <p:nvPr>
            <p:ph type="title"/>
          </p:nvPr>
        </p:nvSpPr>
        <p:spPr>
          <a:prstGeom prst="rect">
            <a:avLst/>
          </a:prstGeom>
          <a:noFill/>
          <a:ln>
            <a:noFill/>
          </a:ln>
        </p:spPr>
        <p:txBody>
          <a:bodyPr spcFirstLastPara="1" wrap="square" lIns="0" tIns="0" rIns="0" bIns="45700" anchor="t" anchorCtr="0">
            <a:normAutofit/>
          </a:bodyPr>
          <a:lstStyle/>
          <a:p>
            <a:pPr marL="0" lvl="0" indent="0" algn="l" rtl="0">
              <a:lnSpc>
                <a:spcPct val="90000"/>
              </a:lnSpc>
              <a:spcBef>
                <a:spcPts val="0"/>
              </a:spcBef>
              <a:spcAft>
                <a:spcPts val="0"/>
              </a:spcAft>
              <a:buClr>
                <a:srgbClr val="313F33"/>
              </a:buClr>
              <a:buSzPts val="3200"/>
              <a:buFont typeface="Century Gothic"/>
              <a:buNone/>
            </a:pPr>
            <a:r>
              <a:rPr lang="en-US" dirty="0"/>
              <a:t>Click to edit master title style</a:t>
            </a:r>
            <a:endParaRPr dirty="0"/>
          </a:p>
        </p:txBody>
      </p:sp>
      <p:sp>
        <p:nvSpPr>
          <p:cNvPr id="118" name="Google Shape;118;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CBB54"/>
              </a:buClr>
              <a:buSzPts val="2800"/>
              <a:buChar char="•"/>
            </a:pPr>
            <a:r>
              <a:rPr lang="en-US" dirty="0"/>
              <a:t>Click to edit master title style</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3"/>
          <p:cNvSpPr txBox="1">
            <a:spLocks noGrp="1"/>
          </p:cNvSpPr>
          <p:nvPr>
            <p:ph type="title"/>
          </p:nvPr>
        </p:nvSpPr>
        <p:spPr>
          <a:xfrm>
            <a:off x="628650" y="460129"/>
            <a:ext cx="11271250" cy="711200"/>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313F33"/>
              </a:buClr>
              <a:buSzPts val="3200"/>
              <a:buFont typeface="Century Gothic"/>
              <a:buNone/>
            </a:pPr>
            <a:r>
              <a:rPr lang="en-US" dirty="0"/>
              <a:t>Partners</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4"/>
          <p:cNvSpPr txBox="1">
            <a:spLocks noGrp="1"/>
          </p:cNvSpPr>
          <p:nvPr>
            <p:ph type="title"/>
          </p:nvPr>
        </p:nvSpPr>
        <p:spPr>
          <a:xfrm>
            <a:off x="0" y="365126"/>
            <a:ext cx="12192000" cy="71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313F33"/>
              </a:buClr>
              <a:buSzPts val="3200"/>
              <a:buFont typeface="Century Gothic"/>
              <a:buNone/>
            </a:pPr>
            <a:endParaRPr dirty="0"/>
          </a:p>
        </p:txBody>
      </p:sp>
      <p:sp>
        <p:nvSpPr>
          <p:cNvPr id="129" name="Google Shape;129;p4"/>
          <p:cNvSpPr txBox="1">
            <a:spLocks noGrp="1"/>
          </p:cNvSpPr>
          <p:nvPr>
            <p:ph type="body" idx="1"/>
          </p:nvPr>
        </p:nvSpPr>
        <p:spPr>
          <a:xfrm>
            <a:off x="1082566" y="3526948"/>
            <a:ext cx="2906739" cy="316276"/>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1600"/>
              <a:buNone/>
            </a:pPr>
            <a:r>
              <a:rPr lang="en-US"/>
              <a:t>Click to add text</a:t>
            </a:r>
            <a:endParaRPr/>
          </a:p>
        </p:txBody>
      </p:sp>
      <p:sp>
        <p:nvSpPr>
          <p:cNvPr id="130" name="Google Shape;130;p4"/>
          <p:cNvSpPr txBox="1">
            <a:spLocks noGrp="1"/>
          </p:cNvSpPr>
          <p:nvPr>
            <p:ph type="body" idx="2"/>
          </p:nvPr>
        </p:nvSpPr>
        <p:spPr>
          <a:xfrm>
            <a:off x="1082566" y="4051204"/>
            <a:ext cx="2906739" cy="177657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600"/>
              <a:buNone/>
            </a:pPr>
            <a:r>
              <a:rPr lang="en-US"/>
              <a:t>Click to add text</a:t>
            </a:r>
            <a:endParaRPr/>
          </a:p>
        </p:txBody>
      </p:sp>
      <p:sp>
        <p:nvSpPr>
          <p:cNvPr id="131" name="Google Shape;131;p4"/>
          <p:cNvSpPr txBox="1">
            <a:spLocks noGrp="1"/>
          </p:cNvSpPr>
          <p:nvPr>
            <p:ph type="body" idx="4"/>
          </p:nvPr>
        </p:nvSpPr>
        <p:spPr>
          <a:xfrm>
            <a:off x="4642630" y="4051204"/>
            <a:ext cx="2906739" cy="177657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600"/>
              <a:buNone/>
            </a:pPr>
            <a:r>
              <a:rPr lang="en-US"/>
              <a:t>Click to add text</a:t>
            </a:r>
            <a:endParaRPr/>
          </a:p>
          <a:p>
            <a:pPr marL="0" lvl="0" indent="0" algn="ctr" rtl="0">
              <a:lnSpc>
                <a:spcPct val="90000"/>
              </a:lnSpc>
              <a:spcBef>
                <a:spcPts val="1000"/>
              </a:spcBef>
              <a:spcAft>
                <a:spcPts val="0"/>
              </a:spcAft>
              <a:buClr>
                <a:schemeClr val="dk1"/>
              </a:buClr>
              <a:buSzPts val="1600"/>
              <a:buNone/>
            </a:pPr>
            <a:endParaRPr/>
          </a:p>
        </p:txBody>
      </p:sp>
      <p:sp>
        <p:nvSpPr>
          <p:cNvPr id="132" name="Google Shape;132;p4"/>
          <p:cNvSpPr txBox="1">
            <a:spLocks noGrp="1"/>
          </p:cNvSpPr>
          <p:nvPr>
            <p:ph type="body" idx="6"/>
          </p:nvPr>
        </p:nvSpPr>
        <p:spPr>
          <a:xfrm>
            <a:off x="8202694" y="4051204"/>
            <a:ext cx="2906739" cy="177657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1600"/>
              <a:buNone/>
            </a:pPr>
            <a:r>
              <a:rPr lang="en-US"/>
              <a:t>Click to add text</a:t>
            </a:r>
            <a:endParaRPr/>
          </a:p>
          <a:p>
            <a:pPr marL="0" lvl="0" indent="0" algn="ctr" rtl="0">
              <a:lnSpc>
                <a:spcPct val="90000"/>
              </a:lnSpc>
              <a:spcBef>
                <a:spcPts val="1000"/>
              </a:spcBef>
              <a:spcAft>
                <a:spcPts val="0"/>
              </a:spcAft>
              <a:buClr>
                <a:schemeClr val="dk1"/>
              </a:buClr>
              <a:buSzPts val="1600"/>
              <a:buNone/>
            </a:pPr>
            <a:endParaRPr/>
          </a:p>
        </p:txBody>
      </p:sp>
      <p:sp>
        <p:nvSpPr>
          <p:cNvPr id="133" name="Google Shape;133;p4"/>
          <p:cNvSpPr txBox="1">
            <a:spLocks noGrp="1"/>
          </p:cNvSpPr>
          <p:nvPr>
            <p:ph type="body" idx="1"/>
          </p:nvPr>
        </p:nvSpPr>
        <p:spPr>
          <a:xfrm>
            <a:off x="4642641" y="3526986"/>
            <a:ext cx="2906700" cy="3162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1600"/>
              <a:buNone/>
            </a:pPr>
            <a:r>
              <a:rPr lang="en-US"/>
              <a:t>Click to add text</a:t>
            </a:r>
            <a:endParaRPr/>
          </a:p>
        </p:txBody>
      </p:sp>
      <p:sp>
        <p:nvSpPr>
          <p:cNvPr id="134" name="Google Shape;134;p4"/>
          <p:cNvSpPr txBox="1">
            <a:spLocks noGrp="1"/>
          </p:cNvSpPr>
          <p:nvPr>
            <p:ph type="body" idx="1"/>
          </p:nvPr>
        </p:nvSpPr>
        <p:spPr>
          <a:xfrm>
            <a:off x="8202691" y="3526986"/>
            <a:ext cx="2906700" cy="316200"/>
          </a:xfrm>
          <a:prstGeom prst="rect">
            <a:avLst/>
          </a:prstGeom>
          <a:noFill/>
          <a:ln>
            <a:noFill/>
          </a:ln>
        </p:spPr>
        <p:txBody>
          <a:bodyPr spcFirstLastPara="1" wrap="square" lIns="91425" tIns="45700" rIns="91425" bIns="45700" anchor="t" anchorCtr="0">
            <a:normAutofit lnSpcReduction="10000"/>
          </a:bodyPr>
          <a:lstStyle/>
          <a:p>
            <a:pPr marL="0" lvl="0" indent="0" algn="ctr" rtl="0">
              <a:lnSpc>
                <a:spcPct val="90000"/>
              </a:lnSpc>
              <a:spcBef>
                <a:spcPts val="0"/>
              </a:spcBef>
              <a:spcAft>
                <a:spcPts val="0"/>
              </a:spcAft>
              <a:buClr>
                <a:schemeClr val="dk1"/>
              </a:buClr>
              <a:buSzPts val="1600"/>
              <a:buNone/>
            </a:pPr>
            <a:r>
              <a:rPr lang="en-US"/>
              <a:t>Click to add text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2009298" y="2832227"/>
            <a:ext cx="8173403" cy="1193546"/>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lt1"/>
              </a:buClr>
              <a:buSzPts val="4400"/>
              <a:buFont typeface="Century Gothic"/>
              <a:buNone/>
            </a:pPr>
            <a:r>
              <a:rPr lang="en-US"/>
              <a:t>Click to edit Master title style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6"/>
          <p:cNvSpPr txBox="1">
            <a:spLocks noGrp="1"/>
          </p:cNvSpPr>
          <p:nvPr>
            <p:ph type="title"/>
          </p:nvPr>
        </p:nvSpPr>
        <p:spPr>
          <a:xfrm>
            <a:off x="628650" y="546101"/>
            <a:ext cx="6454902" cy="711200"/>
          </a:xfrm>
          <a:prstGeom prst="rect">
            <a:avLst/>
          </a:prstGeom>
          <a:noFill/>
          <a:ln>
            <a:noFill/>
          </a:ln>
        </p:spPr>
        <p:txBody>
          <a:bodyPr spcFirstLastPara="1" wrap="square" lIns="0" tIns="0" rIns="91425" bIns="45700" anchor="t" anchorCtr="0">
            <a:normAutofit/>
          </a:bodyPr>
          <a:lstStyle/>
          <a:p>
            <a:pPr marL="0" lvl="0" indent="0" algn="l" rtl="0">
              <a:lnSpc>
                <a:spcPct val="90000"/>
              </a:lnSpc>
              <a:spcBef>
                <a:spcPts val="0"/>
              </a:spcBef>
              <a:spcAft>
                <a:spcPts val="0"/>
              </a:spcAft>
              <a:buClr>
                <a:srgbClr val="313F33"/>
              </a:buClr>
              <a:buSzPts val="3200"/>
              <a:buFont typeface="Century Gothic"/>
              <a:buNone/>
            </a:pPr>
            <a:r>
              <a:rPr lang="en-US"/>
              <a:t>Click to edit master title style</a:t>
            </a:r>
            <a:endParaRPr/>
          </a:p>
        </p:txBody>
      </p:sp>
      <p:sp>
        <p:nvSpPr>
          <p:cNvPr id="145" name="Google Shape;145;p6"/>
          <p:cNvSpPr txBox="1">
            <a:spLocks noGrp="1"/>
          </p:cNvSpPr>
          <p:nvPr>
            <p:ph type="body" idx="1"/>
          </p:nvPr>
        </p:nvSpPr>
        <p:spPr>
          <a:xfrm>
            <a:off x="628650" y="1257301"/>
            <a:ext cx="6454902" cy="4754880"/>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3CBB54"/>
              </a:buClr>
              <a:buSzPts val="2800"/>
              <a:buFont typeface="Arial"/>
              <a:buChar char="•"/>
            </a:pPr>
            <a:r>
              <a:rPr lang="en-US"/>
              <a:t>Click to edit master title style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7"/>
          <p:cNvSpPr txBox="1">
            <a:spLocks noGrp="1"/>
          </p:cNvSpPr>
          <p:nvPr>
            <p:ph type="title"/>
          </p:nvPr>
        </p:nvSpPr>
        <p:spPr>
          <a:xfrm>
            <a:off x="578064" y="528707"/>
            <a:ext cx="4127900" cy="115431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6000"/>
              <a:buFont typeface="Century Gothic"/>
              <a:buNone/>
            </a:pPr>
            <a:r>
              <a:rPr lang="en-US" sz="6000"/>
              <a:t>Follow us!</a:t>
            </a:r>
            <a:endParaRPr/>
          </a:p>
        </p:txBody>
      </p:sp>
    </p:spTree>
  </p:cSld>
  <p:clrMapOvr>
    <a:masterClrMapping/>
  </p:clrMapOvr>
</p:sld>
</file>

<file path=ppt/theme/theme1.xml><?xml version="1.0" encoding="utf-8"?>
<a:theme xmlns:a="http://schemas.openxmlformats.org/drawingml/2006/main" name="Тема на Office">
  <a:themeElements>
    <a:clrScheme name="О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78</Words>
  <Application>Microsoft Macintosh PowerPoint</Application>
  <PresentationFormat>Widescreen</PresentationFormat>
  <Paragraphs>17</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Calibri</vt:lpstr>
      <vt:lpstr>Тема на Office</vt:lpstr>
      <vt:lpstr>Click to edit master title style</vt:lpstr>
      <vt:lpstr>Click to edit master title style</vt:lpstr>
      <vt:lpstr>Partners</vt:lpstr>
      <vt:lpstr>PowerPoint Presentation</vt:lpstr>
      <vt:lpstr>Click to edit Master title style</vt:lpstr>
      <vt:lpstr>Click to edit master title style</vt:lpstr>
      <vt:lpstr>Follow 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edit master title style</dc:title>
  <dc:creator>Alexandra Ivanova</dc:creator>
  <cp:lastModifiedBy>Microsoft Office User</cp:lastModifiedBy>
  <cp:revision>5</cp:revision>
  <dcterms:created xsi:type="dcterms:W3CDTF">2024-12-20T11:31:24Z</dcterms:created>
  <dcterms:modified xsi:type="dcterms:W3CDTF">2025-12-16T07:41:40Z</dcterms:modified>
</cp:coreProperties>
</file>